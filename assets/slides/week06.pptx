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讀取「雙北住宅租金相關分析.csv」，核對 11250 筆、兩市筆數、面積與月租金的缺失和非正數。把租賃年月日及建築完成年月按民國年月日解析，年加 1911，驗證日期。屋齡=(租賃日-完成日)天數/365.2425；缺失、無效日期或負屋齡記缺失，不用 0 填補。分別報面積×月租、屋齡×月租的成對有效 n、排除數與理由，保留案件編號供核查。</a:t>
            </a:r>
          </a:p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以全部、臺北、新北三種範圍，分別畫面積(m²)×月租金(元/月)與屋齡(年)×月租金散布圖，計算 Pearson r，共六種組合。使用相同成對有效資料畫圖及計算，保留極端值，報 n 與 r 至小數四位。若為效能抽樣畫圖須明講，但 r 仍用全部有效資料。核對頁面基準表。另把面積換成坪，檢查 r 是否不變。</a:t>
            </a:r>
          </a:p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欄寫報告：資料事實（含範圍、n、r）、可能解釋、不能確認的因果。提出至少兩個第三變項，例如行政區與建物型態，說明可能如何同時關聯面積及租金。比較分市及合併結果，但不聲稱已控制所有混雜。回查一筆高面積或高租金案件的用途，不自動刪除。最後指出登錄樣本、混合用途、缺失與年份限制。</a:t>
            </a:r>
          </a:p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/ Week lesson</a:t>
            </a:r>
          </a:p>
          <a:p>
            <a:r>
              <a:t>本週交件：相關分析短報告</a:t>
            </a:r>
          </a:p>
          <a:p>
            <a:r>
              <a:t>相關分析短報告</a:t>
            </a:r>
          </a:p>
          <a:p>
            <a:r>
              <a:t>交一頁重點報告，計算表、圖檔及完整提示語另附。每個結論都要能回到資料與分母。</a:t>
            </a:r>
          </a:p>
          <a:p>
            <a:r>
              <a:t>下載成果模板（Markdown）↓</a:t>
            </a:r>
          </a:p>
          <a:p>
            <a:r>
              <a:t>交代資料範圍、日期轉換及屋齡推導規則。</a:t>
            </a:r>
          </a:p>
          <a:p>
            <a:r>
              <a:t>附兩張全體散布圖，標明軸名、單位、來源及 n。</a:t>
            </a:r>
          </a:p>
          <a:p>
            <a:r>
              <a:t>列出全體及兩市的六組 n 與 Pearson r，核對基準表。</a:t>
            </a:r>
          </a:p>
          <a:p>
            <a:r>
              <a:t>回查一筆特殊案件，留下用途與處理理由。</a:t>
            </a:r>
          </a:p>
          <a:p>
            <a:r>
              <a:t>分開寫資料事實、可能解釋與未證實的因果。</a:t>
            </a:r>
          </a:p>
          <a:p>
            <a:r>
              <a:t>提出兩個第三變項與資料限制，保留完整提示語。</a:t>
            </a:r>
          </a:p>
          <a:p>
            <a:r>
              <a:t>教師參考｜100 分鐘課堂流程</a:t>
            </a:r>
          </a:p>
          <a:p>
            <a:r>
              <a:t>0–10 分：從上一週提問；10–30 分：概念與實算；30–50 分：操作互動探索器；50–75 分：執行 AI 任務、核對數值；75–90 分：寫一頁成果；90–100 分：互評推論限制。</a:t>
            </a:r>
          </a:p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/ Week lesson</a:t>
            </a:r>
          </a:p>
          <a:p>
            <a:r>
              <a:t>沿用雙北租賃案件，推導租賃時屋齡</a:t>
            </a:r>
          </a:p>
          <a:p>
            <a:r>
              <a:t>共 11,250 筆，臺北市 3,710、新北市 7,540。來源為內政部實價登錄 114 年第 4 季下載版課堂子集，租賃日期為 2025/08/11–2025/11/10；不是今日租金，也不是學生專屬樣本。</a:t>
            </a:r>
          </a:p>
          <a:p>
            <a:r>
              <a:t>使用建物面積平方公尺、月租金元，並以（租賃日期−建築完成日期）的天數 ÷ 365.2425 推導屋齡。民國年先加 1911，年月日必須有效；日期缺失、無效或完成日晚於租賃日者，屋齡記缺失。</a:t>
            </a:r>
          </a:p>
          <a:p>
            <a:r>
              <a:t>面積與月租須為正數；屋齡可為 0。屋齡缺失只排除屋齡分析，不影響面積分析。資料仍含住商用等混合用途；本頁保留原始子集，不稱為純住宅市場。</a:t>
            </a:r>
          </a:p>
          <a:p>
            <a:r>
              <a:t>下載本週 CSV ↓</a:t>
            </a:r>
          </a:p>
          <a:p>
            <a:r>
              <a:t>內政部資料來源</a:t>
            </a:r>
          </a:p>
          <a:p>
            <a:r>
              <a:t>｜不將登錄樣本推論成所有租屋案件。</a:t>
            </a:r>
          </a:p>
          <a:p/>
          <a:p>
            <a:r>
              <a:t>完整教材與互動：https://knut921.github.io/datamining-course/week06.html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knut921.github.io/datamining-course/week06.html#lab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nut921.github.io/datamining-course/week06.html#task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knut921.github.io/datamining-course/week06.html#task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knut921.github.io/datamining-course/week06.html#task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knut921.github.io/datamining-course/week06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兩個變項是否一起改變？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從散布圖到相關係數，區分關係與因果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297680"/>
            <a:ext cx="10835640" cy="36576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概念微講授  →  資料實作  →  AI 任務  →  人工覆核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用散布圖辨認方向、形狀與特殊案件。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以相同成對有效資料計算 Pearson r。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比較全體與分城市結果，討論第三變項。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先看圖，再看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散布圖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一個點是一件案件；兩個變項維持原始配對。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正負相關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正值同向、負值反向；r 介於 −1 與 1。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r 接近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沒有明顯線性關係，仍可能存在非線性。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沒有變異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任一變項固定不變，Pearson r 未定義。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本週資料與屋齡推導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雙北租賃 11,250 筆；面積用 m²，租金用元／月。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民國日期的年份加 1911，驗證年月日。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屋齡＝租賃日與完成日的天數差 ÷ 365.2425。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缺失或無效日期只排除屋齡分析，不影響面積分析。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完整成對資料的實算基準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463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範圍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配對變項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有效 n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Pearson r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雙北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面積×月租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11250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0.5950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雙北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屋齡×月租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10803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-0.1818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臺北市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面積×月租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3710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0.7538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臺北市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屋齡×月租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3629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-0.3652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新北市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面積×月租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7540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0.6398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新北市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屋齡×月租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7174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-0.2405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保留極端值、未加權，沒有控制第三變項。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Pearson r：沒有單位的線性指標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r＝離均差乘積和 ÷ 兩變項離均差平方和的平方根乘積。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成對資料畫圖與計算，不能將兩欄各自排序後配對。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將面積一致由 m² 換成坪，r 不變。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r 不是斜率；不表示面積增加一單位時租金增加多少。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事實、解釋、因果，分開寫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資料事實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雙北面積與月租金 r≈0.5950，n=11,250。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可能解釋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較大房屋可能有不同地點、格局與建物條件。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未證實的因果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不能說擴大房屋面積一定造成租金上升。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第三變項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行政區、建物型態、樓層等都值得進一步考慮。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課堂操作｜全體與分城市的散布圖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先記下雙北合併的 r，再切換臺北、新北。</a:t>
            </a:r>
          </a:p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改用屋齡，檢查有效 n 與圖形如何變化。</a:t>
            </a:r>
          </a:p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注意軸刻度會改變；分城市不等於控制所有混雜。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開啟散布圖與相關分析探索器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特殊案件與缺失：不要只為了提高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本頁保留極端值，回查用途與登錄品質後才決定。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屋齡分析排除 447 筆：445 空白、2 無效建築日期。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資料仍有混合用途，不是純住宅或學生租屋樣本。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任何額外篩選都要報規則、排除 n 與前後差異。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本週交件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兩張全體散布圖，標示軸名、單位與 n。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六組有效 n 與 r：全體、臺北、新北各兩組。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回查一筆特殊案件，記錄證據與理由。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短報告分開寫事實、解釋與因果限制，提出兩個第三變項。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實際資料圖｜面積、屋齡與月租金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11</a:t>
            </a:r>
          </a:p>
        </p:txBody>
      </p:sp>
      <p:pic>
        <p:nvPicPr>
          <p:cNvPr id="7" name="Picture 6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19"/>
            <a:ext cx="109728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原課堂 CSV 完整有效資料；未抽樣、未刪除極端值。來源：內政部實價登錄 114 年第 4 季下載版。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A｜執行與覆核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A · 日期轉換與成對樣本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B｜執行與覆核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B · 散布圖與相關係數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C｜執行與覆核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C · 事實、解釋與不能確認的因果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交件前，自己再確認一次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數字能回到原始資料，已人工覆核至少一項。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圖表標示變項、單位、有效 n、年份與資料來源。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把資料事實、可能解釋與不能推論的內容分開。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保留完整提示語、原始資料及分析與修正紀錄。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資料來源與延伸操作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內政部實價登錄租賃資料：114 年第 4 季下載版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雙北課堂子集；仍含混合用途，並非今日完整市場。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請回到 CSV 與資料說明，核對篩選及計算規則。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開啟完整教材、下載 CSV 與操作互動實驗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6｜兩個變項是否一起改變？</dc:title>
  <dc:subject>資料探勘課程教材</dc:subject>
  <dc:creator>郭毓倫｜臺北市立大學公共事務學系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